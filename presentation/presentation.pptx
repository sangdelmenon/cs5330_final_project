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6868B"/>
                </a:solidFill>
              </a:rPr>
              <a:t>CS5330  ·  FINAL PROJECT  ·  SPRING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F5F7"/>
                </a:solidFill>
              </a:rPr>
              <a:t>Real-Time Object Recognition
and AR Overlay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2560320"/>
            <a:ext cx="914400" cy="2540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6868B"/>
                </a:solidFill>
              </a:rPr>
              <a:t>Using deep learning to turn any everyday object into an augmented reality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868B"/>
                </a:solidFill>
              </a:rPr>
              <a:t>Sangeeth Deleep Menon  ·  NUID 002524579
Khoury College of Computer Sciences  ·  Northeastern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F5F7"/>
                </a:solidFill>
              </a:rPr>
              <a:t>Traditional AR needs a printed marker.
What if the object itself was the marker?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4572000" cy="137160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79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PROJECT 4 GAVE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6887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</a:rPr>
              <a:t>AR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3D graphics overlaid using a chessboard calibration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03120"/>
            <a:ext cx="4572000" cy="137160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240279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PROJECT 5 GAVE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46887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0632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CNNs and Vision Transformers trained to classify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10360152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997FF"/>
                </a:solidFill>
              </a:rPr>
              <a:t>This project combines both — no marker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A three-step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196596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38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920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</a:rPr>
              <a:t>Classify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2402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Crop a center ROI from the webcam frame and run it through MobileNetV2 to get a class and confidence score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315468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127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108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</a:rPr>
              <a:t>Estimate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4290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Use a fixed-depth pinhole camera model to back-project the ROI bounding box into 3D space at 0.5 m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434340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315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297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</a:rP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17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Project 8 box corners back to pixels with cv2.projectPoints and draw a 3D wireframe box with a floating label tag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10 classes  ·  1419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Webcam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cup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87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871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Webcam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keyboard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7121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712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Webcam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552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5526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552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Webcam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3931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3931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Webcam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glasses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23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headphones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407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laptop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7914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7914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ps5_controller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75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59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tablet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559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138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5595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Web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1828800"/>
            <a:ext cx="5029200" cy="118872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1965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TRAIN / VAL / TEST 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194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</a:rPr>
              <a:t>70%  /  15%  /  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Fixed seed 42 — fully reproducible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154680"/>
            <a:ext cx="5029200" cy="10058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291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AUGMENTATION (TRAIN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520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</a:rPr>
              <a:t>Flip · Jitter · ±15° rotation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297680"/>
            <a:ext cx="5029200" cy="1051560"/>
          </a:xfrm>
          <a:prstGeom prst="rect">
            <a:avLst/>
          </a:prstGeom>
          <a:solidFill>
            <a:srgbClr val="0A1929"/>
          </a:solidFill>
          <a:ln w="127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4434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KEY OBSERVATION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Webcam classes outperform web-only classes — data quality matters more than quantity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MODEL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Three approaches, one winner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3657600" cy="438912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CUSTOM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</a:rPr>
              <a:t>ObjectCNN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3-layer conv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64×64 RGB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BatchNorm + Dropout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Trained from scratch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~1.2M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577840"/>
            <a:ext cx="3383280" cy="411480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6868B"/>
                </a:solidFill>
              </a:rPr>
              <a:t>~100% on 5 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657600" cy="438912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VISION 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</a:rPr>
              <a:t>ObjectViT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8×8 patch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64 patches per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4 transformer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Trained from scratch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128-dim embeddings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5577840"/>
            <a:ext cx="3383280" cy="411480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5577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6868B"/>
                </a:solidFill>
              </a:rPr>
              <a:t>Slower to converge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3657600" cy="4389120"/>
          </a:xfrm>
          <a:prstGeom prst="rect">
            <a:avLst/>
          </a:prstGeom>
          <a:solidFill>
            <a:srgbClr val="0A1929"/>
          </a:solidFill>
          <a:ln w="1905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97FF"/>
                </a:solidFill>
              </a:rPr>
              <a:t>TRANSFER LEARNING  ✦ 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</a:rPr>
              <a:t>MobileNetV2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ImageNet pretrained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224×224 RGB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Fine-tuned classifier 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Dropout 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• Best on noisy web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5577840"/>
            <a:ext cx="3383280" cy="41148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5577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97FF"/>
                </a:solidFill>
              </a:rPr>
              <a:t>84.1% on 10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Numbers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3474720" cy="1463040"/>
          </a:xfrm>
          <a:prstGeom prst="rect">
            <a:avLst/>
          </a:prstGeom>
          <a:solidFill>
            <a:srgbClr val="0A1A10"/>
          </a:solidFill>
          <a:ln w="12700"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TEST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0D158"/>
                </a:solidFill>
              </a:rPr>
              <a:t>84.1%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MobileNetV2 on 10-class held-out test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8808" y="1737360"/>
            <a:ext cx="3474720" cy="1463040"/>
          </a:xfrm>
          <a:prstGeom prst="rect">
            <a:avLst/>
          </a:prstGeom>
          <a:solidFill>
            <a:srgbClr val="0A1929"/>
          </a:solidFill>
          <a:ln w="127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LIVE FRAME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997FF"/>
                </a:solidFill>
              </a:rPr>
              <a:t>30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Apple M-series with MPS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2712" y="1737360"/>
            <a:ext cx="3474720" cy="14630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STRONGEST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7"/>
                </a:solidFill>
              </a:rPr>
              <a:t>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29 of 30 test images correct</a:t>
            </a:r>
          </a:p>
        </p:txBody>
      </p:sp>
      <p:pic>
        <p:nvPicPr>
          <p:cNvPr id="16" name="Picture 15" descr="MOBILENET_Loss&amp;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11430000" cy="3516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WHERE IT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Confusion tells the story</a:t>
            </a:r>
          </a:p>
        </p:txBody>
      </p:sp>
      <p:pic>
        <p:nvPicPr>
          <p:cNvPr id="4" name="Picture 3" descr="MOBILENET_Confusion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486400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09360" y="1691640"/>
            <a:ext cx="5394960" cy="128016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3A"/>
                </a:solidFill>
              </a:rPr>
              <a:t>GLASSES — WEAKEST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651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Web crawl mixed eyeglasses with drinking glasses. The model had no way to separate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108960"/>
            <a:ext cx="5394960" cy="128016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246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</a:rPr>
              <a:t>TABLET ↔ PHONE CONFUSION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Flat rectangles look alike at certain angles. The AR screenshot shows this exact case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526280"/>
            <a:ext cx="5394960" cy="1188720"/>
          </a:xfrm>
          <a:prstGeom prst="rect">
            <a:avLst/>
          </a:prstGeom>
          <a:solidFill>
            <a:srgbClr val="0A1929"/>
          </a:solidFill>
          <a:ln w="127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486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All 5 weak classes used web images only. Webcam-captured classes had near-perfect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AR overlay in action</a:t>
            </a:r>
          </a:p>
        </p:txBody>
      </p:sp>
      <p:pic>
        <p:nvPicPr>
          <p:cNvPr id="4" name="Picture 3" descr="a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691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7"/>
                </a:solidFill>
              </a:rPr>
              <a:t>A tablet is in frame. The model predicts phone at 84%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23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B"/>
                </a:solidFill>
              </a:rPr>
              <a:t>The 3D wireframe box and label are rendered correctly around the detected region even though the class is wrong — the AR pipeline itself is robust.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291840"/>
            <a:ext cx="5486400" cy="137160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868B"/>
                </a:solidFill>
              </a:rPr>
              <a:t>● LIVE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0D158"/>
                </a:solidFill>
              </a:rPr>
              <a:t>29.8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FPS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97FF"/>
                </a:solidFill>
              </a:rPr>
              <a:t>0.60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Confidence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Honest about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3A"/>
                </a:solidFill>
              </a:rPr>
              <a:t>CURRENT LIMITATIONS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057400"/>
            <a:ext cx="347472" cy="347472"/>
          </a:xfrm>
          <a:prstGeom prst="ellipse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3A"/>
                </a:solidFill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</a:rPr>
              <a:t>Fixed center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Only detects objects at center of frame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3A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</a:rPr>
              <a:t>Fixed depth (0.5 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10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Box scale is wrong at very close or far distances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41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3A"/>
                </a:solidFill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</a:rPr>
              <a:t>No background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159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Always outputs a class even when nothing is there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074920"/>
            <a:ext cx="347472" cy="347472"/>
          </a:xfrm>
          <a:prstGeom prst="ellipse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474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3A"/>
                </a:solidFill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</a:rPr>
              <a:t>Prediction flicker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21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No temporal smoothing between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97FF"/>
                </a:solidFill>
              </a:rPr>
              <a:t>EASY WINS NEXT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05740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11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Collect webcam images for the 5 web-only classes → push accuracy above 90%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06324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175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Add a 5-frame history buffer to smooth out prediction flickering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06908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41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0233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Add a background class so the system can say "I don't know"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074920"/>
            <a:ext cx="347472" cy="347472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474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0292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</a:rPr>
              <a:t>Replace the fixed ROI with a sliding-window or YOLO-based detector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97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F5F7"/>
                </a:solidFill>
              </a:rPr>
              <a:t>Any object the network knows
becomes its own AR anchor.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14630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7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object 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468880"/>
            <a:ext cx="2743200" cy="14630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606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0D158"/>
                </a:solidFill>
              </a:rPr>
              <a:t>84.1%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test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2743200" cy="14630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</a:rPr>
              <a:t>30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live inference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468880"/>
            <a:ext cx="2743200" cy="1463040"/>
          </a:xfrm>
          <a:prstGeom prst="rect">
            <a:avLst/>
          </a:prstGeom>
          <a:solidFill>
            <a:srgbClr val="161617"/>
          </a:solidFill>
          <a:ln w="12700"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606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60A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printed markers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Sangeeth Deleep Menon  ·  CS5330 Spring 2026  ·  Northeastern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